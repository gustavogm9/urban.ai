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Gouveia Macedo" userId="5cd3698ccaedb467" providerId="LiveId" clId="{0F0737FD-5FCD-4EAE-AB04-EDC00D478727}"/>
    <pc:docChg chg="custSel modSld">
      <pc:chgData name="Gustavo Gouveia Macedo" userId="5cd3698ccaedb467" providerId="LiveId" clId="{0F0737FD-5FCD-4EAE-AB04-EDC00D478727}" dt="2026-03-03T17:31:46.207" v="54" actId="20577"/>
      <pc:docMkLst>
        <pc:docMk/>
      </pc:docMkLst>
      <pc:sldChg chg="modSp mod">
        <pc:chgData name="Gustavo Gouveia Macedo" userId="5cd3698ccaedb467" providerId="LiveId" clId="{0F0737FD-5FCD-4EAE-AB04-EDC00D478727}" dt="2026-03-03T17:29:58.993" v="0" actId="20577"/>
        <pc:sldMkLst>
          <pc:docMk/>
          <pc:sldMk cId="0" sldId="261"/>
        </pc:sldMkLst>
        <pc:spChg chg="mod">
          <ac:chgData name="Gustavo Gouveia Macedo" userId="5cd3698ccaedb467" providerId="LiveId" clId="{0F0737FD-5FCD-4EAE-AB04-EDC00D478727}" dt="2026-03-03T17:29:58.993" v="0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Gustavo Gouveia Macedo" userId="5cd3698ccaedb467" providerId="LiveId" clId="{0F0737FD-5FCD-4EAE-AB04-EDC00D478727}" dt="2026-03-03T17:30:50.119" v="35" actId="20577"/>
        <pc:sldMkLst>
          <pc:docMk/>
          <pc:sldMk cId="0" sldId="263"/>
        </pc:sldMkLst>
        <pc:spChg chg="mod">
          <ac:chgData name="Gustavo Gouveia Macedo" userId="5cd3698ccaedb467" providerId="LiveId" clId="{0F0737FD-5FCD-4EAE-AB04-EDC00D478727}" dt="2026-03-03T17:30:29.020" v="22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Gustavo Gouveia Macedo" userId="5cd3698ccaedb467" providerId="LiveId" clId="{0F0737FD-5FCD-4EAE-AB04-EDC00D478727}" dt="2026-03-03T17:30:50.119" v="35" actId="20577"/>
          <ac:spMkLst>
            <pc:docMk/>
            <pc:sldMk cId="0" sldId="263"/>
            <ac:spMk id="13" creationId="{00000000-0000-0000-0000-000000000000}"/>
          </ac:spMkLst>
        </pc:spChg>
      </pc:sldChg>
      <pc:sldChg chg="delSp modSp mod">
        <pc:chgData name="Gustavo Gouveia Macedo" userId="5cd3698ccaedb467" providerId="LiveId" clId="{0F0737FD-5FCD-4EAE-AB04-EDC00D478727}" dt="2026-03-03T17:31:46.207" v="54" actId="20577"/>
        <pc:sldMkLst>
          <pc:docMk/>
          <pc:sldMk cId="0" sldId="266"/>
        </pc:sldMkLst>
        <pc:spChg chg="mod">
          <ac:chgData name="Gustavo Gouveia Macedo" userId="5cd3698ccaedb467" providerId="LiveId" clId="{0F0737FD-5FCD-4EAE-AB04-EDC00D478727}" dt="2026-03-03T17:31:46.207" v="54" actId="20577"/>
          <ac:spMkLst>
            <pc:docMk/>
            <pc:sldMk cId="0" sldId="266"/>
            <ac:spMk id="6" creationId="{00000000-0000-0000-0000-000000000000}"/>
          </ac:spMkLst>
        </pc:spChg>
        <pc:spChg chg="del">
          <ac:chgData name="Gustavo Gouveia Macedo" userId="5cd3698ccaedb467" providerId="LiveId" clId="{0F0737FD-5FCD-4EAE-AB04-EDC00D478727}" dt="2026-03-03T17:31:29.022" v="36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Gustavo Gouveia Macedo" userId="5cd3698ccaedb467" providerId="LiveId" clId="{0F0737FD-5FCD-4EAE-AB04-EDC00D478727}" dt="2026-03-03T17:31:29.022" v="36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Gustavo Gouveia Macedo" userId="5cd3698ccaedb467" providerId="LiveId" clId="{0F0737FD-5FCD-4EAE-AB04-EDC00D478727}" dt="2026-03-03T17:31:32.384" v="37" actId="478"/>
          <ac:spMkLst>
            <pc:docMk/>
            <pc:sldMk cId="0" sldId="26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59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1645920"/>
          </a:xfrm>
          <a:prstGeom prst="rect">
            <a:avLst/>
          </a:prstGeom>
          <a:solidFill>
            <a:srgbClr val="E8500A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2011680" cy="1028700"/>
          </a:xfrm>
          <a:prstGeom prst="rect">
            <a:avLst/>
          </a:prstGeom>
          <a:solidFill>
            <a:srgbClr val="E8500A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600" dirty="0">
                <a:solidFill>
                  <a:srgbClr val="E85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Operação e Crescimento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14800" cy="36576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assumimos, estabilizamos e crescemos a plataforma — juntos.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Março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91840" y="32461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91840" y="38404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251960" y="2651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251960" y="32461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251960" y="38404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212080" y="2651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212080" y="32461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212080" y="38404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172200" y="2651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132320" y="2651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132320" y="32461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132320" y="38404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Estamos Agora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Realizamos um diagnóstico completo da plataforma Urban AI. Entendemos o que existe, o que funciona e o que precisa evoluir para a operação ganhar autonomia e crescer.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em funcionamento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16712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está no ar, recebendo acessos e gerando dados de interesse para o mercado imobiliário.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transição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12724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contas, servidores e contratos estão migrando da empresa anterior para estrutura própria da Urban AI.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crescer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08736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oportunidades claras de melhoria, novos canais e expansão da inteligência da plataforma.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D8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Nossa Abordagem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frentes organizadas em uma sequência lógica, do alicerce ao crescimento.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3154680"/>
          </a:xfrm>
          <a:prstGeom prst="rect">
            <a:avLst/>
          </a:prstGeom>
          <a:solidFill>
            <a:srgbClr val="F0FDF4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51560" y="1600200"/>
            <a:ext cx="548640" cy="548640"/>
          </a:xfrm>
          <a:prstGeom prst="ellipse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128016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2706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completo: acessos, sistemas, contratos e oportunidades de melhoria.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22576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1920240" cy="3154680"/>
          </a:xfrm>
          <a:prstGeom prst="rect">
            <a:avLst/>
          </a:prstGeom>
          <a:solidFill>
            <a:srgbClr val="FFF7ED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154680" y="1600200"/>
            <a:ext cx="548640" cy="548640"/>
          </a:xfrm>
          <a:prstGeom prst="ellipse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1546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Estabilização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88920" y="2697480"/>
            <a:ext cx="1280160" cy="256032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788920" y="2706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contas, nova infraestrutura em nuvem e correção de pontos críticos.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25696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1463040"/>
            <a:ext cx="1920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257800" y="160020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5780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Presença Digital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2697480"/>
            <a:ext cx="128016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92040" y="2706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15+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site, redes sociais e primeiras ações de tráfego para atrair clientes.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28816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1920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360920" y="160020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3609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65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&amp; Crescimento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95160" y="2697480"/>
            <a:ext cx="1280160" cy="2560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995160" y="2706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28+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da inteligência da plataforma, novas APIs e experiência mais rica.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D8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— CONCLUÍDA  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&amp; Documentação Completa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1005840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documentos técnicos e operacionais produzidos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1005840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2336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completo de todos os sistemas e integrações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06040" cy="1005840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0372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de acessos e contas a transferir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606040" cy="1005840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1546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bugs e pontos de melhoria identificados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3017520"/>
            <a:ext cx="2606040" cy="1005840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4747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31546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negócio e crescimento mapeadas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017520"/>
            <a:ext cx="2606040" cy="1005840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55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31546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com prazos e responsabilidades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500A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Próximos 14 Dias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040880" y="320040"/>
            <a:ext cx="1737360" cy="411480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040880" y="33832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DIAS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em paralelo para máxima velocidade.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3291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65176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1–10 · Transferência de Contas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8013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domínio e e-mails para Urban 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29514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conta de pagamentos (Stripe) em nome da empresa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788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dos serviços de envio de e-mail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2826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Google Maps e autenticação via Google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feito junto com vocês — requer aprovação de cada conta.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2651760" cy="3291840"/>
          </a:xfrm>
          <a:prstGeom prst="rect">
            <a:avLst/>
          </a:prstGeom>
          <a:solidFill>
            <a:srgbClr val="FFF7ED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2651760" cy="347472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91840" y="13441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1–7 · Nova Infraestrutura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18013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migrada para servidores em nuvem modernos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229514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testes separado do ambiente real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788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 diários configurados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32826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alertas ativos 24h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de infraestrutura: R$ 1.000/mês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1325880"/>
            <a:ext cx="265176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080760" y="1325880"/>
            <a:ext cx="265176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172200" y="13441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5–14 · Correções e Segurança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90488" y="18013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dos bugs identificados no diagnóstico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90488" y="229514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segurança e senhas dos sistemas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90488" y="2788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código legado sem uso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90488" y="32826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funcionamento em todas as funcionalidades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plataforma estável e segura ao final do sprint.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D8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Precisamos de Vocês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executar o plano no prazo, precisamos da participação de vocês em pontos específicos. Abaixo estão as ações que dependem de aprovação ou acesso direto de vocês.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8872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20025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8836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qual serviço de nuvem usar?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1579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Railway ou Supabase —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não atrasar a migração.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88720" cy="256032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27523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20240" y="26334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 de transferência de conta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9077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plataforma (pagamentos, e-mail, domínio) enviará um e-mail de confirmação que vocês precisam aprovar.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8229600" cy="658368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1188720" cy="256032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20240" y="33832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da empresa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6576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CNPJ da Urban AI para abertura das novas contas de pagamento e serviços em nome da empresa.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8229600" cy="658368"/>
          </a:xfrm>
          <a:prstGeom prst="rect">
            <a:avLst/>
          </a:prstGeom>
          <a:solidFill>
            <a:srgbClr val="141C2B"/>
          </a:solidFill>
          <a:ln w="12700">
            <a:solidFill>
              <a:srgbClr val="2A355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8640" y="4242816"/>
            <a:ext cx="118872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1–14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41330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para alinhamentos rápidos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4074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pontos de aprovação ao longo do sprint — preveja ~30 min por semana de disponibilidade.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500A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DIA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93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Presença Digital &amp; Aquisição de Clientes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plataforma estabilizada, o foco vira crescimento. Construímos a presença digital que conecta o Urban AI aos seus clientes ideais.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0" y="1801368"/>
            <a:ext cx="73152" cy="868680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773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Site Institucional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214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moderno, focado em conversão, que apresenta o Urban AI com clareza e gera leads qualificados.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57276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0" y="1801368"/>
            <a:ext cx="73152" cy="868680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0" y="1773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2356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Profissional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21214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ativo com conteúdo de valor para o mercado imobiliário — construindo autoridade de marca.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0" y="3310128"/>
            <a:ext cx="73152" cy="868680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580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3264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Pago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6301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no Google e Instagram para atrair gestores e imobiliárias interessados na plataforma.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08152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3310128"/>
            <a:ext cx="73152" cy="868680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2920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23560" y="3264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de Venda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23560" y="36301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Apresentações, propostas e argumentos de venda para fechar os primeiros clientes com confiança.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marketing a definir junto com vocês conforme estratégia escolhida.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D8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DIA 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93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Crescimento com Inteligência Artificial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o Urban AI sai da frente — e passa a usar dados de forma muito mais inteligente.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Recomendação Integrado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inteligência que hoje existe separado passa a funcionar dentro da plataforma —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sugerindo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imóveis de forma personalizada para cada usuário.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6126480" cy="9144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Fontes de Dados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mais bases do mercado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imobiliário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de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evnetos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aumentando o volume e a qualidade das informações disponíveis na plataforma.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6126480" cy="9144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182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Usuário Aprimorada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4838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mais inteligentes, buscas por linguagem natural e dashboards mais ricos para os clientes da plataforma.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41064"/>
            <a:ext cx="6126480" cy="9144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986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Relatórios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28853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total do que está acontecendo: quantos usuários, quais buscas, o que está convertendo e onde melhorar.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500A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 em custos — sem surpresas.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3990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R$ 1.000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em nuvem, backups automáticos, monitoramento 24h e ambiente de testes.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inicial, revisada após 30 dias de operação em nuvem.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840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46320" y="13990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definir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estratégia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paga (Google e Instagram), produção de conteúdo e criação do novo site.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Apresentaremos proposta detalhada antes do início da Fase 3.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D8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3 Passos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acontecer esta semana para darmos largada.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94360" cy="9601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234440" y="1417320"/>
            <a:ext cx="7406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a plataforma de nuvem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562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30 minutos para apresentar as opções (AWS, Railway, Supabase) com custo, prós e contras. Decisão tomada em conjunto.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1719072"/>
            <a:ext cx="1691640" cy="329184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66560" y="17282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reunião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94360" cy="9601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234440" y="2560320"/>
            <a:ext cx="7406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dados do CNPJ da Urban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9992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das informações cadastrais da empresa para abrir contas de pagamento e serviços em nome da Urban AI.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862072"/>
            <a:ext cx="1691640" cy="32918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66560" y="28712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por e-mail ou WhatsApp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594360" cy="9601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234440" y="3703320"/>
            <a:ext cx="7406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41732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prazo de início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1422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data oficial de kickoff do sprint de 14 dias. A partir daí, tudo começa a correr em paralelo como mostrado nesta apresentação.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4005072"/>
            <a:ext cx="1691640" cy="32918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766560" y="40142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data de início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9D8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148840"/>
            <a:ext cx="9144000" cy="274320"/>
          </a:xfrm>
          <a:prstGeom prst="rect">
            <a:avLst/>
          </a:prstGeom>
          <a:solidFill>
            <a:srgbClr val="E850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0" y="320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diagnóstico ao crescimento — com método, velocidade e clareza.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</a:t>
            </a:r>
            <a:r>
              <a:rPr lang="en-US" sz="3200" b="1" dirty="0" err="1">
                <a:solidFill>
                  <a:srgbClr val="E85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dominar</a:t>
            </a:r>
            <a:r>
              <a:rPr lang="en-US" sz="3200" b="1" dirty="0">
                <a:solidFill>
                  <a:srgbClr val="E85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mercado?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500A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 ·  Operação &amp; Crescimento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1101</Words>
  <Application>Microsoft Office PowerPoint</Application>
  <PresentationFormat>Apresentação na tela (16:9)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Operação — Urban AI</dc:title>
  <dc:subject>PptxGenJS Presentation</dc:subject>
  <dc:creator>Urban AI</dc:creator>
  <cp:lastModifiedBy>Gustavo Gouveia Macedo</cp:lastModifiedBy>
  <cp:revision>1</cp:revision>
  <dcterms:created xsi:type="dcterms:W3CDTF">2026-03-03T01:55:52Z</dcterms:created>
  <dcterms:modified xsi:type="dcterms:W3CDTF">2026-03-03T19:05:39Z</dcterms:modified>
</cp:coreProperties>
</file>